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E79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مُحَمَّد ، الرَّسُول ، النَّبِيّ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the Quran Use Different Words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the Same Person?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Linguistic Analysis of Divine Precision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Terms, One Person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56032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مُحَمَّد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Name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280160" y="2834640"/>
            <a:ext cx="914400" cy="5486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 م د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383280" y="100584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005840"/>
            <a:ext cx="256032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الرَّسُول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Messenger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Function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06240" y="2834640"/>
            <a:ext cx="914400" cy="5486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8328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 س ل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09360" y="100584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005840"/>
            <a:ext cx="256032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1234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النَّبِيّ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309360" y="1965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Prophet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3093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 of News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32320" y="2834640"/>
            <a:ext cx="914400" cy="548640"/>
          </a:xfrm>
          <a:prstGeom prst="ellipse">
            <a:avLst/>
          </a:prstGeom>
          <a:solidFill>
            <a:srgbClr val="F9E795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0" y="2880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09360" y="3611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3886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65A82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 ب أ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Critical Discovery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Quran NEVER says: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أَطِيعُوا النَّبِيَّ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"Obey the Prophet"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371600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ALWAYS says: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أَطِيعُوا الرَّسُولَ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6EF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"Obey the Messenger"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distinction is consistent across ALL obedience verses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Does the Quran Use Each Term?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مُحَمَّد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1280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Addressing his mortality (3:144)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Clarifying his humanity (33:40)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Historical identification (47:2, 48:29)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1737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868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النَّبِيّ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92040" y="128016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Personal/domestic matters (33:28, 33:30)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Direct address from Allah (33:1, 9:73)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Respect &amp; special provisions (49:2)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79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الرَّسُول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33375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 commands of obedience (4:59, 5:92, 24:54, 47:33, 64:12)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Legislative contexts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Delivering divine message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"Whoever obeys the Messenger has obeyed Allah" (4:80)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Verse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554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9E79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وَأَطِيعُوا اللَّهَ وَأَطِيعُوا الرَّسُولَ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"And obey Allah and obey the Messenger" (4:59, 5:92, etc.)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Notice the Structure: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5A82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أَطِيعُوا اللَّهَ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Obey Allah (Source)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3017520"/>
            <a:ext cx="384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5A82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أَطِيعُوا الرَّسُولَ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4632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Obey the Messenger (Deliverer)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verb "أَطِيعُوا" is repeated — emphasizing both the source AND the delivery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This Mean?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51560" y="8686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Obedience is to the MESSAGE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23444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to a person, but to what the Messenger delivered from Allah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Messenger's role = Conveyance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2402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duty of the Messenger is only to convey clearly" (24:54)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88036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Obeying Messenger = Obeying Allah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24612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"Whoever obeys the Messenger has obeyed Allah" (4:80)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388620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Quran is the preserved Message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25196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Messenger brought is preserved in the Quran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2651760"/>
          </a:xfrm>
          <a:prstGeom prst="rect">
            <a:avLst/>
          </a:prstGeom>
          <a:solidFill>
            <a:srgbClr val="0D3B5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Quran's word choice is precise and intentional.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commanding obedience, the Quran consistently uses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الرَّسُول (the Messenger) — never النَّبِيّ or مُحَمَّد.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directs obedience toward the divine MESSAGE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the Messenger delivered, not toward personality,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opinion, or human tradition.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E795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وَاللَّهُ أَعْلَمُ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Allah knows best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Quranic Word Analysis: Muhammad, Rasul, Nabi</dc:title>
  <dc:subject>PptxGenJS Presentation</dc:subject>
  <dc:creator>Quran Research</dc:creator>
  <cp:lastModifiedBy>Quran Research</cp:lastModifiedBy>
  <cp:revision>1</cp:revision>
  <dcterms:created xsi:type="dcterms:W3CDTF">2026-01-30T21:54:24Z</dcterms:created>
  <dcterms:modified xsi:type="dcterms:W3CDTF">2026-01-30T21:54:24Z</dcterms:modified>
</cp:coreProperties>
</file>