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خلق الأرض في ستة أيام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of Earth in Six Days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Quran-Only Research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The 2-day and 4-day periods in Surah Fussilat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Quran Research AI Agent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Overview: Six Days in the Quran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Quran mentions creation in six days in 7 verses: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7:54 (Al-A'raf)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 (Yunus)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11:7 (Hud)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25:59 (Al-Furqan)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32:4 (As-Sajdah)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50:38 (Qaf)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57:4 (Al-Hadid)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إِنَّ رَبَّكُمُ اللَّهُ الَّذِي خَلَقَ السَّمَاوَاتِ وَالْأَرْضَ فِي سِتَّةِ أَيَّامٍ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"Indeed, your Lord is Allah, who created the heavens and earth in six days..." (7:54)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Detailed Breakdown: Surah Fussilat (41:9-12)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passage providing specific day counts for each phase: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5029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Created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41:9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Days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Creation of the Earth (الأرض)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41:10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Days (total)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Mountains, Blessings, Sustenance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41:11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Heaven commanded from smoke (دخان)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41:12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Days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Seven Heavens completed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"four days" in 41:10 is CUMULATIVE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 (earth creation) + 2 days (furnishing) = 4 days total for earth phase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2 more days for heavens = 6 days total ✓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41:9 - Earth Created in Two Days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قُلْ أَئِنَّكُمْ لَتَكْفُرُونَ بِالَّذِي خَلَقَ الْأَرْضَ فِي يَوْمَيْنِ وَتَجْعَلُونَ لَهُ أَندَادًا ۚ ذَٰلِكَ رَبُّ الْعَالَمِينَ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"Say, 'Do you indeed disbelieve in He who created the earth in two days and attribute to Him equals? That is the Lord of the worlds.'"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يَوْمَيْن (yawmayn) is the dual form - explicitly "two days"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 خَلَقَ (khalaqa) = created from nothing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الأرض (al-ard) refers to the earth's basic material creation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41:10 - Four Days (Cumulative Total)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وَجَعَلَ فِيهَا رَوَاسِيَ مِن فَوْقِهَا وَبَارَكَ فِيهَا وَقَدَّرَ فِيهَا أَقْوَاتَهَا فِي أَرْبَعَةِ أَيَّامٍ سَوَاءً لِّلسَّائِلِينَ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"And He placed on it firmly set mountains, blessed it, and determined therein its sustenance in four days - for those who ask."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سَوَاءً لِّلسَّائِلِينَ = "equal/complete for those who ask"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added in Days 3-4: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رَوَاسِي - Firm mountains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بَارَكَ فِيهَا - Blessed 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أَقْوَاتَهَا - Its sustenance/provisions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41:11-12 - Heaven from Smoke in Two Days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ثُمَّ اسْتَوَىٰ إِلَى السَّمَاءِ وَهِيَ دُخَانٌ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"Then He directed Himself to the heaven while it was smoke..." (41:11)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فَقَضَاهُنَّ سَبْعَ سَمَاوَاتٍ فِي يَوْمَيْنِ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"And He completed them as seven heavens within two days..." (41:12)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دُخَان (dukhan) = smoke - describes initial gaseous state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ثُمَّ (thumma) = then - indicates sequence after earth phase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قَضَى (qadha) = completed/decreed - different from خَلَقَ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سَبْع سَمَاوَات = seven heavens - completed in 2 days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Mathematics: How 2+4+2 = 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2011680" cy="22860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Created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371600"/>
            <a:ext cx="2011680" cy="22860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3-4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Furnished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371600"/>
            <a:ext cx="2011680" cy="22860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5-6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Heavens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Days Total (Cumulative)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420624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 Days = 6 Days Total ✓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"Day" with Allah?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وَإِنَّ يَوْمًا عِندَ رَبِّكَ كَأَلْفِ سَنَةٍ مِّمَّا تَعُدُّونَ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day with your Lord is like a thousand years of those which you count." (22:47)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1A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 يَوْمٍ كَانَ مِقْدَارُهُ أَلْفَ سَنَةٍ مِّمَّا تَعُدُّونَ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Day, the extent of which is a thousand years of those which you count." (32:5)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Quranic Conclusion: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"days" of creation are divine periods (أيام), not 24-hour earth days. The Quran itself defines "day" differently in different contexts.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Total creation took 6 days (stated in 7 verses)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Earth created in 2 days (41:9)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Earth furnished in 4 days TOTAL - cumulative (41:10)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Seven heavens completed in 2 days (41:12)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The "4 days" includes the initial 2 (2+2=4)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Math: 4 (earth total) + 2 (heavens) = 6 days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"Day" with Allah ≠ 24-hour earth day (22:47, 32:5)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Heaven's initial state was "smoke" (دخان) - 41:11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report has been generated by a Quran Research AI Agent with grounding from the full text of the Quran.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results are supposed to be exhaustive, they cannot be guaranteed and should not be shared as authoritative.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source files and complete research data, see: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خلق_الأرض_Creation/sources/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Creation of Earth in Six Days</dc:title>
  <dc:subject>PptxGenJS Presentation</dc:subject>
  <dc:creator>Quran Research AI Agent</dc:creator>
  <cp:lastModifiedBy>Quran Research AI Agent</cp:lastModifiedBy>
  <cp:revision>1</cp:revision>
  <dcterms:created xsi:type="dcterms:W3CDTF">2026-02-01T13:05:44Z</dcterms:created>
  <dcterms:modified xsi:type="dcterms:W3CDTF">2026-02-01T13:05:44Z</dcterms:modified>
</cp:coreProperties>
</file>